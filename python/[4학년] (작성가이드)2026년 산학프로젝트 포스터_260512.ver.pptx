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175200" cy="4206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834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/>
            </a:pPr>
            <a:r>
              <a:t>반도체 Pick &amp; Place 장비의 UPH 극대화를 위한 잔류 진동 억제 궤적 설계 및 디지털 트윈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3258800" cy="9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/>
            </a:pPr>
            <a:r>
              <a:t>1. 연구 배경 및 목적 (Background &amp; Objective)</a:t>
            </a:r>
          </a:p>
          <a:p>
            <a:pPr>
              <a:defRPr sz="4000"/>
            </a:pPr>
            <a:r>
              <a:t>- [문제 제기] 반도체 패키징 공정에서 생산성(UPH) 향상을 위해 고속 이송 시 끝단(End-Effector)에 잔류 진동 발생</a:t>
            </a:r>
            <a:br/>
            <a:r>
              <a:t>- [목표] 정착 시간(Settling Time)을 최소화하면서도 가장 빠른 이송이 가능한 궤적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0"/>
            <a:ext cx="13258800" cy="1097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/>
            </a:pPr>
            <a:r>
              <a:t>2. 핵심 알고리즘 (Core Technologies)</a:t>
            </a:r>
          </a:p>
          <a:p>
            <a:pPr>
              <a:defRPr sz="4000"/>
            </a:pPr>
            <a:r>
              <a:t>- 비대칭 S-Curve (AS-Curve): 가속은 빠르게, 감속은 부드럽게 설계하여 물리적 충격 최소화</a:t>
            </a:r>
            <a:br/>
            <a:r>
              <a:t>- Input Shaping (입력 성형): 시스템의 고유진동수를 분석해 역위상 임펄스를 인가, 진동 상쇄 (ZV, ZVD 적용)</a:t>
            </a:r>
            <a:br/>
            <a:r>
              <a:t>- AI 최적화 (PSO): 백그라운드 최적화로 최소 정착 시간을 갖는 파라미터(V_max, A_max, Beta 등) 자동 도출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0" y="4572000"/>
            <a:ext cx="14173200" cy="137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/>
            </a:pPr>
            <a:r>
              <a:t>3. 디지털 트윈 시뮬레이션 개발</a:t>
            </a:r>
          </a:p>
          <a:p>
            <a:pPr>
              <a:defRPr sz="4000"/>
            </a:pPr>
            <a:r>
              <a:t>- [웹 기반 3D 환경 구축] 실제 물리 동역학 방정식(ODE)을 웹에 이식하여 실시간 교차 검증</a:t>
            </a:r>
            <a:br/>
            <a:r>
              <a:t>- [여기에 웹 시뮬레이터 3D 풀스크린 캡처 이미지 삽입 요망!]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0" y="20116800"/>
            <a:ext cx="14173200" cy="137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/>
            </a:pPr>
            <a:r>
              <a:t>4. 성능 평가 및 결과 (Results)</a:t>
            </a:r>
          </a:p>
          <a:p>
            <a:pPr>
              <a:defRPr sz="4000"/>
            </a:pPr>
            <a:r>
              <a:t>- 제어 미적용(Baseline) 대비 제어 적용(Shaped) 시 잔류 진동 수렴 시간 획기적 단축</a:t>
            </a:r>
            <a:br/>
            <a:r>
              <a:t>- [여기에 웹 시뮬레이터 우측의 '잔류 진동 오차' 차트 캡처 이미지 삽입 요망!]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
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[발표 멘트] 안녕하십니까, 저희는 반도체 장비의 생산성과 진동이라는 두 마리 토끼를 잡기 위한 연구를 진행했습니다. 빨리 움직이면 흔들리고, 흔들리면 기다려야 하는 딜레마를 해결하고자 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[발표 멘트] 첫 번째 해결책은 모션 프로파일 자체를 부드럽게 만드는 비대칭 S-Curve입니다. 브레이크를 천천히 밟아 덜컹거림을 줄이는 원리입니다. [이 슬라이드에 웹 UI의 '가속도 및 저크' 차트 캡처본 삽입]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[발표 멘트] 두 번째는 인풋 쉐이핑입니다. 노이즈 캔슬링 이어폰처럼 진동을 진동으로 덮어버리는 제어 공학의 꽃입니다. 수식 모델링을 통해 로봇에 맞춤 적용했습니다.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[발표 멘트] 단순히 수식으로 풀고 끝난 게 아닙니다. 실제 로봇 동작을 3D 시뮬레이터로 완벽 구현했으며, AI 버튼 하나만 누르면 최적의 파라미터를 스스로 찾아내도록 시스템을 구축했습니다. [이 슬라이드에 3D 풀스크린 화면 캡처 삽입]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[발표 멘트] 결과적으로 진동 억제를 통해 정착 시간을 획기적으로 줄였습니다. 우측 하단의 진동 차트를 보시면 미적용 대비 완전히 진동이 잡힌 것을 확인하실 수 있습니다. [이 슬라이드에 잔류 진동 차트 캡처 삽입]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반도체 Pick &amp; Place 장비의 UPH 극대화를 위한</a:t>
            </a:r>
          </a:p>
          <a:p>
            <a:r>
              <a:t>잔류 진동 억제 궤적 설계 및 디지털 트윈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2026년 산학프로젝트 최종보고</a:t>
            </a:r>
          </a:p>
          <a:p>
            <a:r>
              <a:t>발표자: OOO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연구 배경: 반도체 장비의 딜레마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생산성(UPH) 향상을 위해 모터 속도 증가 필수</a:t>
            </a:r>
          </a:p>
          <a:p>
            <a:r>
              <a:t>• 하지만 고속 이동 시 로봇 팔 끝단에 심각한 '잔류 진동(Residual Vibration)' 발생</a:t>
            </a:r>
          </a:p>
          <a:p>
            <a:r>
              <a:t>• 진동이 멈출 때까지 기다려야 하는 '정착 시간(Settling Time)'이 길어지면 오히려 전체 공정 시간 증가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솔루션 1: 비대칭 S-Curve 궤적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기존 사다리꼴(Trapezoidal) 궤적: 가속도 불연속으로 큰 저크(Jerk) 발생</a:t>
            </a:r>
          </a:p>
          <a:p>
            <a:r>
              <a:t>• AS-Curve (비대칭 S-Curve) 적용:</a:t>
            </a:r>
          </a:p>
          <a:p>
            <a:r>
              <a:t>  - 가속 구간: 빠르게 도달</a:t>
            </a:r>
          </a:p>
          <a:p>
            <a:r>
              <a:t>  - 감속 구간: 부드럽게 정지 (Beta, Gamma 파라미터 최적화)</a:t>
            </a:r>
          </a:p>
          <a:p>
            <a:r>
              <a:t>• 물리적 충격량 최소화 입증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솔루션 2: Input Shaping 제어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파동의 상쇄 간섭 원리 활용</a:t>
            </a:r>
          </a:p>
          <a:p>
            <a:r>
              <a:t>• 첫 번째 충격으로 발생한 진동을, 두 번째 충격(임펄스)으로 정확히 상쇄(Cancel out)</a:t>
            </a:r>
          </a:p>
          <a:p>
            <a:r>
              <a:t>• 로봇 팔의 고유진동수(fn)와 감쇠비(zeta)를 계산하여 ZV/ZVD 쉐이퍼 설계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디지털 트윈 및 AI 자동 튜닝 개발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이론적 계산을 넘어 실제 3D 웹 환경(Digital Twin) 구현</a:t>
            </a:r>
          </a:p>
          <a:p>
            <a:r>
              <a:t>• 4가지 고해상도 실시간 분석 차트 탑재</a:t>
            </a:r>
          </a:p>
          <a:p>
            <a:r>
              <a:t>• AI 최적화 (Particle Swarm Optimization):</a:t>
            </a:r>
          </a:p>
          <a:p>
            <a:r>
              <a:t>  - 사람이 찾기 힘든 최적의 변수를 백그라운드 시뮬레이션으로 자동 탐색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결과 분석 및 기대효과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[결과] 제어 미적용 시 대비 정착 시간 대폭 감소</a:t>
            </a:r>
          </a:p>
          <a:p>
            <a:r>
              <a:t>• [효과] 오프라인 환경에서 모터 파라미터 사전 튜닝 가능</a:t>
            </a:r>
          </a:p>
          <a:p>
            <a:r>
              <a:t>• [결론] 장비 셋업 시간 단축 및 실질적 UPH 향상에 기여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
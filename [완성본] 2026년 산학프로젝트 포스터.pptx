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7" r:id="rId2"/>
  </p:sldIdLst>
  <p:sldSz cx="18359438" cy="5112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5" d="100"/>
          <a:sy n="15" d="100"/>
        </p:scale>
        <p:origin x="39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6958" y="8366281"/>
            <a:ext cx="15605522" cy="17797568"/>
          </a:xfrm>
        </p:spPr>
        <p:txBody>
          <a:bodyPr anchor="b"/>
          <a:lstStyle>
            <a:lvl1pPr algn="ctr">
              <a:defRPr sz="1204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94930" y="26850192"/>
            <a:ext cx="13769579" cy="12342326"/>
          </a:xfrm>
        </p:spPr>
        <p:txBody>
          <a:bodyPr/>
          <a:lstStyle>
            <a:lvl1pPr marL="0" indent="0" algn="ctr">
              <a:buNone/>
              <a:defRPr sz="4819"/>
            </a:lvl1pPr>
            <a:lvl2pPr marL="917966" indent="0" algn="ctr">
              <a:buNone/>
              <a:defRPr sz="4016"/>
            </a:lvl2pPr>
            <a:lvl3pPr marL="1835932" indent="0" algn="ctr">
              <a:buNone/>
              <a:defRPr sz="3614"/>
            </a:lvl3pPr>
            <a:lvl4pPr marL="2753898" indent="0" algn="ctr">
              <a:buNone/>
              <a:defRPr sz="3212"/>
            </a:lvl4pPr>
            <a:lvl5pPr marL="3671865" indent="0" algn="ctr">
              <a:buNone/>
              <a:defRPr sz="3212"/>
            </a:lvl5pPr>
            <a:lvl6pPr marL="4589831" indent="0" algn="ctr">
              <a:buNone/>
              <a:defRPr sz="3212"/>
            </a:lvl6pPr>
            <a:lvl7pPr marL="5507797" indent="0" algn="ctr">
              <a:buNone/>
              <a:defRPr sz="3212"/>
            </a:lvl7pPr>
            <a:lvl8pPr marL="6425763" indent="0" algn="ctr">
              <a:buNone/>
              <a:defRPr sz="3212"/>
            </a:lvl8pPr>
            <a:lvl9pPr marL="7343729" indent="0" algn="ctr">
              <a:buNone/>
              <a:defRPr sz="321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648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184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650" y="12744683"/>
            <a:ext cx="15835015" cy="21264777"/>
          </a:xfrm>
        </p:spPr>
        <p:txBody>
          <a:bodyPr anchor="b"/>
          <a:lstStyle>
            <a:lvl1pPr>
              <a:defRPr sz="1204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2650" y="34210633"/>
            <a:ext cx="15835015" cy="11182644"/>
          </a:xfrm>
        </p:spPr>
        <p:txBody>
          <a:bodyPr/>
          <a:lstStyle>
            <a:lvl1pPr marL="0" indent="0">
              <a:buNone/>
              <a:defRPr sz="4819">
                <a:solidFill>
                  <a:schemeClr val="tx1"/>
                </a:solidFill>
              </a:defRPr>
            </a:lvl1pPr>
            <a:lvl2pPr marL="917966" indent="0">
              <a:buNone/>
              <a:defRPr sz="4016">
                <a:solidFill>
                  <a:schemeClr val="tx1">
                    <a:tint val="75000"/>
                  </a:schemeClr>
                </a:solidFill>
              </a:defRPr>
            </a:lvl2pPr>
            <a:lvl3pPr marL="1835932" indent="0">
              <a:buNone/>
              <a:defRPr sz="3614">
                <a:solidFill>
                  <a:schemeClr val="tx1">
                    <a:tint val="75000"/>
                  </a:schemeClr>
                </a:solidFill>
              </a:defRPr>
            </a:lvl3pPr>
            <a:lvl4pPr marL="2753898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4pPr>
            <a:lvl5pPr marL="3671865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5pPr>
            <a:lvl6pPr marL="4589831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6pPr>
            <a:lvl7pPr marL="5507797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7pPr>
            <a:lvl8pPr marL="6425763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8pPr>
            <a:lvl9pPr marL="7343729" indent="0">
              <a:buNone/>
              <a:defRPr sz="32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402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2211" y="13608513"/>
            <a:ext cx="7802761" cy="32435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94466" y="13608513"/>
            <a:ext cx="7802761" cy="32435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269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4603" y="2721714"/>
            <a:ext cx="15835015" cy="98809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4604" y="12531669"/>
            <a:ext cx="7766902" cy="6141577"/>
          </a:xfrm>
        </p:spPr>
        <p:txBody>
          <a:bodyPr anchor="b"/>
          <a:lstStyle>
            <a:lvl1pPr marL="0" indent="0">
              <a:buNone/>
              <a:defRPr sz="4819" b="1"/>
            </a:lvl1pPr>
            <a:lvl2pPr marL="917966" indent="0">
              <a:buNone/>
              <a:defRPr sz="4016" b="1"/>
            </a:lvl2pPr>
            <a:lvl3pPr marL="1835932" indent="0">
              <a:buNone/>
              <a:defRPr sz="3614" b="1"/>
            </a:lvl3pPr>
            <a:lvl4pPr marL="2753898" indent="0">
              <a:buNone/>
              <a:defRPr sz="3212" b="1"/>
            </a:lvl4pPr>
            <a:lvl5pPr marL="3671865" indent="0">
              <a:buNone/>
              <a:defRPr sz="3212" b="1"/>
            </a:lvl5pPr>
            <a:lvl6pPr marL="4589831" indent="0">
              <a:buNone/>
              <a:defRPr sz="3212" b="1"/>
            </a:lvl6pPr>
            <a:lvl7pPr marL="5507797" indent="0">
              <a:buNone/>
              <a:defRPr sz="3212" b="1"/>
            </a:lvl7pPr>
            <a:lvl8pPr marL="6425763" indent="0">
              <a:buNone/>
              <a:defRPr sz="3212" b="1"/>
            </a:lvl8pPr>
            <a:lvl9pPr marL="7343729" indent="0">
              <a:buNone/>
              <a:defRPr sz="321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4604" y="18673247"/>
            <a:ext cx="7766902" cy="2746553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94467" y="12531669"/>
            <a:ext cx="7805152" cy="6141577"/>
          </a:xfrm>
        </p:spPr>
        <p:txBody>
          <a:bodyPr anchor="b"/>
          <a:lstStyle>
            <a:lvl1pPr marL="0" indent="0">
              <a:buNone/>
              <a:defRPr sz="4819" b="1"/>
            </a:lvl1pPr>
            <a:lvl2pPr marL="917966" indent="0">
              <a:buNone/>
              <a:defRPr sz="4016" b="1"/>
            </a:lvl2pPr>
            <a:lvl3pPr marL="1835932" indent="0">
              <a:buNone/>
              <a:defRPr sz="3614" b="1"/>
            </a:lvl3pPr>
            <a:lvl4pPr marL="2753898" indent="0">
              <a:buNone/>
              <a:defRPr sz="3212" b="1"/>
            </a:lvl4pPr>
            <a:lvl5pPr marL="3671865" indent="0">
              <a:buNone/>
              <a:defRPr sz="3212" b="1"/>
            </a:lvl5pPr>
            <a:lvl6pPr marL="4589831" indent="0">
              <a:buNone/>
              <a:defRPr sz="3212" b="1"/>
            </a:lvl6pPr>
            <a:lvl7pPr marL="5507797" indent="0">
              <a:buNone/>
              <a:defRPr sz="3212" b="1"/>
            </a:lvl7pPr>
            <a:lvl8pPr marL="6425763" indent="0">
              <a:buNone/>
              <a:defRPr sz="3212" b="1"/>
            </a:lvl8pPr>
            <a:lvl9pPr marL="7343729" indent="0">
              <a:buNone/>
              <a:defRPr sz="321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4467" y="18673247"/>
            <a:ext cx="7805152" cy="2746553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112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505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403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4602" y="3408045"/>
            <a:ext cx="5921397" cy="11928158"/>
          </a:xfrm>
        </p:spPr>
        <p:txBody>
          <a:bodyPr anchor="b"/>
          <a:lstStyle>
            <a:lvl1pPr>
              <a:defRPr sz="642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05153" y="7360442"/>
            <a:ext cx="9294465" cy="36328813"/>
          </a:xfrm>
        </p:spPr>
        <p:txBody>
          <a:bodyPr/>
          <a:lstStyle>
            <a:lvl1pPr>
              <a:defRPr sz="6425"/>
            </a:lvl1pPr>
            <a:lvl2pPr>
              <a:defRPr sz="5622"/>
            </a:lvl2pPr>
            <a:lvl3pPr>
              <a:defRPr sz="4819"/>
            </a:lvl3pPr>
            <a:lvl4pPr>
              <a:defRPr sz="4016"/>
            </a:lvl4pPr>
            <a:lvl5pPr>
              <a:defRPr sz="4016"/>
            </a:lvl5pPr>
            <a:lvl6pPr>
              <a:defRPr sz="4016"/>
            </a:lvl6pPr>
            <a:lvl7pPr>
              <a:defRPr sz="4016"/>
            </a:lvl7pPr>
            <a:lvl8pPr>
              <a:defRPr sz="4016"/>
            </a:lvl8pPr>
            <a:lvl9pPr>
              <a:defRPr sz="401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64602" y="15336203"/>
            <a:ext cx="5921397" cy="28412212"/>
          </a:xfrm>
        </p:spPr>
        <p:txBody>
          <a:bodyPr/>
          <a:lstStyle>
            <a:lvl1pPr marL="0" indent="0">
              <a:buNone/>
              <a:defRPr sz="3212"/>
            </a:lvl1pPr>
            <a:lvl2pPr marL="917966" indent="0">
              <a:buNone/>
              <a:defRPr sz="2811"/>
            </a:lvl2pPr>
            <a:lvl3pPr marL="1835932" indent="0">
              <a:buNone/>
              <a:defRPr sz="2409"/>
            </a:lvl3pPr>
            <a:lvl4pPr marL="2753898" indent="0">
              <a:buNone/>
              <a:defRPr sz="2008"/>
            </a:lvl4pPr>
            <a:lvl5pPr marL="3671865" indent="0">
              <a:buNone/>
              <a:defRPr sz="2008"/>
            </a:lvl5pPr>
            <a:lvl6pPr marL="4589831" indent="0">
              <a:buNone/>
              <a:defRPr sz="2008"/>
            </a:lvl6pPr>
            <a:lvl7pPr marL="5507797" indent="0">
              <a:buNone/>
              <a:defRPr sz="2008"/>
            </a:lvl7pPr>
            <a:lvl8pPr marL="6425763" indent="0">
              <a:buNone/>
              <a:defRPr sz="2008"/>
            </a:lvl8pPr>
            <a:lvl9pPr marL="7343729" indent="0">
              <a:buNone/>
              <a:defRPr sz="2008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0036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4602" y="3408045"/>
            <a:ext cx="5921397" cy="11928158"/>
          </a:xfrm>
        </p:spPr>
        <p:txBody>
          <a:bodyPr anchor="b"/>
          <a:lstStyle>
            <a:lvl1pPr>
              <a:defRPr sz="642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05153" y="7360442"/>
            <a:ext cx="9294465" cy="36328813"/>
          </a:xfrm>
        </p:spPr>
        <p:txBody>
          <a:bodyPr anchor="t"/>
          <a:lstStyle>
            <a:lvl1pPr marL="0" indent="0">
              <a:buNone/>
              <a:defRPr sz="6425"/>
            </a:lvl1pPr>
            <a:lvl2pPr marL="917966" indent="0">
              <a:buNone/>
              <a:defRPr sz="5622"/>
            </a:lvl2pPr>
            <a:lvl3pPr marL="1835932" indent="0">
              <a:buNone/>
              <a:defRPr sz="4819"/>
            </a:lvl3pPr>
            <a:lvl4pPr marL="2753898" indent="0">
              <a:buNone/>
              <a:defRPr sz="4016"/>
            </a:lvl4pPr>
            <a:lvl5pPr marL="3671865" indent="0">
              <a:buNone/>
              <a:defRPr sz="4016"/>
            </a:lvl5pPr>
            <a:lvl6pPr marL="4589831" indent="0">
              <a:buNone/>
              <a:defRPr sz="4016"/>
            </a:lvl6pPr>
            <a:lvl7pPr marL="5507797" indent="0">
              <a:buNone/>
              <a:defRPr sz="4016"/>
            </a:lvl7pPr>
            <a:lvl8pPr marL="6425763" indent="0">
              <a:buNone/>
              <a:defRPr sz="4016"/>
            </a:lvl8pPr>
            <a:lvl9pPr marL="7343729" indent="0">
              <a:buNone/>
              <a:defRPr sz="4016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64602" y="15336203"/>
            <a:ext cx="5921397" cy="28412212"/>
          </a:xfrm>
        </p:spPr>
        <p:txBody>
          <a:bodyPr/>
          <a:lstStyle>
            <a:lvl1pPr marL="0" indent="0">
              <a:buNone/>
              <a:defRPr sz="3212"/>
            </a:lvl1pPr>
            <a:lvl2pPr marL="917966" indent="0">
              <a:buNone/>
              <a:defRPr sz="2811"/>
            </a:lvl2pPr>
            <a:lvl3pPr marL="1835932" indent="0">
              <a:buNone/>
              <a:defRPr sz="2409"/>
            </a:lvl3pPr>
            <a:lvl4pPr marL="2753898" indent="0">
              <a:buNone/>
              <a:defRPr sz="2008"/>
            </a:lvl4pPr>
            <a:lvl5pPr marL="3671865" indent="0">
              <a:buNone/>
              <a:defRPr sz="2008"/>
            </a:lvl5pPr>
            <a:lvl6pPr marL="4589831" indent="0">
              <a:buNone/>
              <a:defRPr sz="2008"/>
            </a:lvl6pPr>
            <a:lvl7pPr marL="5507797" indent="0">
              <a:buNone/>
              <a:defRPr sz="2008"/>
            </a:lvl7pPr>
            <a:lvl8pPr marL="6425763" indent="0">
              <a:buNone/>
              <a:defRPr sz="2008"/>
            </a:lvl8pPr>
            <a:lvl9pPr marL="7343729" indent="0">
              <a:buNone/>
              <a:defRPr sz="2008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6206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0467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138474" y="2721703"/>
            <a:ext cx="3958754" cy="4332240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62213" y="2721703"/>
            <a:ext cx="11646768" cy="4332240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7054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2212" y="2721714"/>
            <a:ext cx="15835015" cy="98809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2212" y="13608513"/>
            <a:ext cx="15835015" cy="32435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62211" y="47381303"/>
            <a:ext cx="4130874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293EA-2340-4BFF-A748-7D88C86EBBEC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81564" y="47381303"/>
            <a:ext cx="6196310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66353" y="47381303"/>
            <a:ext cx="4130874" cy="27217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D5571D-6753-495C-BF2A-A6161CCF98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9126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1835932" rtl="0" eaLnBrk="1" latinLnBrk="1" hangingPunct="1">
        <a:lnSpc>
          <a:spcPct val="90000"/>
        </a:lnSpc>
        <a:spcBef>
          <a:spcPct val="0"/>
        </a:spcBef>
        <a:buNone/>
        <a:defRPr sz="88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8983" indent="-458983" algn="l" defTabSz="1835932" rtl="0" eaLnBrk="1" latinLnBrk="1" hangingPunct="1">
        <a:lnSpc>
          <a:spcPct val="90000"/>
        </a:lnSpc>
        <a:spcBef>
          <a:spcPts val="2008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1pPr>
      <a:lvl2pPr marL="1376949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4819" kern="1200">
          <a:solidFill>
            <a:schemeClr val="tx1"/>
          </a:solidFill>
          <a:latin typeface="+mn-lt"/>
          <a:ea typeface="+mn-ea"/>
          <a:cs typeface="+mn-cs"/>
        </a:defRPr>
      </a:lvl2pPr>
      <a:lvl3pPr marL="2294915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4016" kern="1200">
          <a:solidFill>
            <a:schemeClr val="tx1"/>
          </a:solidFill>
          <a:latin typeface="+mn-lt"/>
          <a:ea typeface="+mn-ea"/>
          <a:cs typeface="+mn-cs"/>
        </a:defRPr>
      </a:lvl3pPr>
      <a:lvl4pPr marL="3212882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4pPr>
      <a:lvl5pPr marL="4130848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5pPr>
      <a:lvl6pPr marL="5048814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6pPr>
      <a:lvl7pPr marL="5966780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7pPr>
      <a:lvl8pPr marL="6884746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8pPr>
      <a:lvl9pPr marL="7802712" indent="-458983" algn="l" defTabSz="1835932" rtl="0" eaLnBrk="1" latinLnBrk="1" hangingPunct="1">
        <a:lnSpc>
          <a:spcPct val="90000"/>
        </a:lnSpc>
        <a:spcBef>
          <a:spcPts val="1004"/>
        </a:spcBef>
        <a:buFont typeface="Arial" panose="020B0604020202020204" pitchFamily="34" charset="0"/>
        <a:buChar char="•"/>
        <a:defRPr sz="36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1pPr>
      <a:lvl2pPr marL="917966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2pPr>
      <a:lvl3pPr marL="1835932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3pPr>
      <a:lvl4pPr marL="2753898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4pPr>
      <a:lvl5pPr marL="3671865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5pPr>
      <a:lvl6pPr marL="4589831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6pPr>
      <a:lvl7pPr marL="5507797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7pPr>
      <a:lvl8pPr marL="6425763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8pPr>
      <a:lvl9pPr marL="7343729" algn="l" defTabSz="1835932" rtl="0" eaLnBrk="1" latinLnBrk="1" hangingPunct="1">
        <a:defRPr sz="36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1085386-D5BB-4CB5-AA1F-C9614819F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359438" cy="51120675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BDFC4BC-95BD-4E29-8E2A-2BDFCABBF58A}"/>
              </a:ext>
            </a:extLst>
          </p:cNvPr>
          <p:cNvCxnSpPr/>
          <p:nvPr/>
        </p:nvCxnSpPr>
        <p:spPr>
          <a:xfrm>
            <a:off x="2418735" y="5949131"/>
            <a:ext cx="12919588" cy="0"/>
          </a:xfrm>
          <a:prstGeom prst="line">
            <a:avLst/>
          </a:prstGeom>
          <a:ln w="762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E9152399-F921-434D-9BC0-2F62DF3ED858}"/>
              </a:ext>
            </a:extLst>
          </p:cNvPr>
          <p:cNvSpPr/>
          <p:nvPr/>
        </p:nvSpPr>
        <p:spPr>
          <a:xfrm>
            <a:off x="362857" y="9281652"/>
            <a:ext cx="17748162" cy="943896"/>
          </a:xfrm>
          <a:prstGeom prst="roundRect">
            <a:avLst>
              <a:gd name="adj" fmla="val 15033"/>
            </a:avLst>
          </a:prstGeom>
          <a:solidFill>
            <a:srgbClr val="0017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 dirty="0">
                <a:ln w="63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프로젝트 제작동기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BC7D339-877A-413B-9428-436DDA6B666F}"/>
              </a:ext>
            </a:extLst>
          </p:cNvPr>
          <p:cNvSpPr/>
          <p:nvPr/>
        </p:nvSpPr>
        <p:spPr>
          <a:xfrm>
            <a:off x="362857" y="15824275"/>
            <a:ext cx="17748162" cy="943896"/>
          </a:xfrm>
          <a:prstGeom prst="roundRect">
            <a:avLst>
              <a:gd name="adj" fmla="val 15033"/>
            </a:avLst>
          </a:prstGeom>
          <a:solidFill>
            <a:srgbClr val="0017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 dirty="0">
                <a:ln w="63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프로젝트 내용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F2340C1-3084-4F3B-85FE-C7D356C498C4}"/>
              </a:ext>
            </a:extLst>
          </p:cNvPr>
          <p:cNvSpPr/>
          <p:nvPr/>
        </p:nvSpPr>
        <p:spPr>
          <a:xfrm>
            <a:off x="362857" y="30919731"/>
            <a:ext cx="17748162" cy="943896"/>
          </a:xfrm>
          <a:prstGeom prst="roundRect">
            <a:avLst>
              <a:gd name="adj" fmla="val 15033"/>
            </a:avLst>
          </a:prstGeom>
          <a:solidFill>
            <a:srgbClr val="0017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800" b="1" dirty="0">
                <a:ln w="63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작품 구현 및 결과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89068C-4D11-4D27-9687-A91BE4CA81E5}"/>
              </a:ext>
            </a:extLst>
          </p:cNvPr>
          <p:cNvSpPr txBox="1"/>
          <p:nvPr/>
        </p:nvSpPr>
        <p:spPr>
          <a:xfrm>
            <a:off x="362857" y="10648335"/>
            <a:ext cx="17748162" cy="676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200" b="1" dirty="0"/>
              <a:t>프로젝트 제작동기 작성</a:t>
            </a:r>
            <a:endParaRPr lang="en-US" altLang="ko-KR" sz="32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165086-2F3A-46B8-9E7F-93E42D4247E7}"/>
              </a:ext>
            </a:extLst>
          </p:cNvPr>
          <p:cNvSpPr txBox="1"/>
          <p:nvPr/>
        </p:nvSpPr>
        <p:spPr>
          <a:xfrm>
            <a:off x="362857" y="17035999"/>
            <a:ext cx="17748162" cy="676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200" b="1" dirty="0"/>
              <a:t>프로젝트 진행상황에 대하여 작성 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사진첨부 가능</a:t>
            </a:r>
            <a:r>
              <a:rPr lang="en-US" altLang="ko-KR" sz="3200" b="1" dirty="0"/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0A1E74-9E29-47BB-A590-283542386839}"/>
              </a:ext>
            </a:extLst>
          </p:cNvPr>
          <p:cNvSpPr txBox="1"/>
          <p:nvPr/>
        </p:nvSpPr>
        <p:spPr>
          <a:xfrm>
            <a:off x="362857" y="32161699"/>
            <a:ext cx="17748162" cy="676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200" b="1" dirty="0"/>
              <a:t>작품 구현 및 결과에 대하여 작성 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사진첨부 가능</a:t>
            </a:r>
            <a:r>
              <a:rPr lang="en-US" altLang="ko-KR" sz="3200" b="1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30C02A-D7AD-42A4-B79E-B70E24F5998E}"/>
              </a:ext>
            </a:extLst>
          </p:cNvPr>
          <p:cNvSpPr txBox="1"/>
          <p:nvPr/>
        </p:nvSpPr>
        <p:spPr>
          <a:xfrm>
            <a:off x="2940957" y="6679411"/>
            <a:ext cx="3790043" cy="749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600" b="1" dirty="0">
                <a:ln w="3175">
                  <a:noFill/>
                </a:ln>
              </a:rPr>
              <a:t>전자공학과</a:t>
            </a:r>
            <a:endParaRPr lang="en-US" altLang="ko-KR" sz="3600" b="1" dirty="0">
              <a:ln w="3175">
                <a:noFill/>
              </a:ln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EB6A40-5438-4F12-A446-67F33928FCEC}"/>
              </a:ext>
            </a:extLst>
          </p:cNvPr>
          <p:cNvSpPr txBox="1"/>
          <p:nvPr/>
        </p:nvSpPr>
        <p:spPr>
          <a:xfrm>
            <a:off x="2940957" y="7845050"/>
            <a:ext cx="3790043" cy="749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600" b="1" dirty="0" err="1">
                <a:ln w="3175">
                  <a:noFill/>
                </a:ln>
              </a:rPr>
              <a:t>송동섭</a:t>
            </a:r>
            <a:r>
              <a:rPr lang="ko-KR" altLang="en-US" sz="3600" b="1" dirty="0">
                <a:ln w="3175">
                  <a:noFill/>
                </a:ln>
              </a:rPr>
              <a:t> 교수님</a:t>
            </a:r>
            <a:endParaRPr lang="en-US" altLang="ko-KR" sz="3600" b="1" dirty="0">
              <a:ln w="3175">
                <a:noFill/>
              </a:ln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9589C-3462-47D5-8E6C-A45ED10B86C7}"/>
              </a:ext>
            </a:extLst>
          </p:cNvPr>
          <p:cNvSpPr txBox="1"/>
          <p:nvPr/>
        </p:nvSpPr>
        <p:spPr>
          <a:xfrm>
            <a:off x="9287738" y="6642882"/>
            <a:ext cx="3790043" cy="749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600" b="1" dirty="0">
                <a:ln w="3175">
                  <a:noFill/>
                </a:ln>
              </a:rPr>
              <a:t>호서반도체</a:t>
            </a:r>
            <a:endParaRPr lang="en-US" altLang="ko-KR" sz="3600" b="1" dirty="0">
              <a:ln w="3175">
                <a:noFill/>
              </a:ln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E2AB20-59A1-48C7-8271-174C0A3349C9}"/>
              </a:ext>
            </a:extLst>
          </p:cNvPr>
          <p:cNvSpPr txBox="1"/>
          <p:nvPr/>
        </p:nvSpPr>
        <p:spPr>
          <a:xfrm>
            <a:off x="9287738" y="7845050"/>
            <a:ext cx="3790043" cy="749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3600" b="1" dirty="0">
                <a:ln w="3175">
                  <a:noFill/>
                </a:ln>
              </a:rPr>
              <a:t>삼성전자</a:t>
            </a:r>
            <a:endParaRPr lang="en-US" altLang="ko-KR" sz="3600" b="1" dirty="0">
              <a:ln w="3175">
                <a:noFill/>
              </a:ln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CB308-0152-4915-B250-C0BFC2404DE8}"/>
              </a:ext>
            </a:extLst>
          </p:cNvPr>
          <p:cNvSpPr txBox="1"/>
          <p:nvPr/>
        </p:nvSpPr>
        <p:spPr>
          <a:xfrm>
            <a:off x="12164288" y="7484174"/>
            <a:ext cx="5583962" cy="1474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3600" b="1" dirty="0" err="1">
                <a:ln w="3175">
                  <a:noFill/>
                </a:ln>
              </a:rPr>
              <a:t>홍일동</a:t>
            </a:r>
            <a:r>
              <a:rPr lang="en-US" altLang="ko-KR" sz="3600" b="1" dirty="0">
                <a:ln w="3175">
                  <a:noFill/>
                </a:ln>
              </a:rPr>
              <a:t>, </a:t>
            </a:r>
            <a:r>
              <a:rPr lang="ko-KR" altLang="en-US" sz="3600" b="1" dirty="0" err="1">
                <a:ln w="3175">
                  <a:noFill/>
                </a:ln>
              </a:rPr>
              <a:t>홍이동</a:t>
            </a:r>
            <a:r>
              <a:rPr lang="en-US" altLang="ko-KR" sz="3600" b="1" dirty="0">
                <a:ln w="3175">
                  <a:noFill/>
                </a:ln>
              </a:rPr>
              <a:t>, </a:t>
            </a:r>
            <a:r>
              <a:rPr lang="ko-KR" altLang="en-US" sz="3600" b="1" dirty="0" err="1">
                <a:ln w="3175">
                  <a:noFill/>
                </a:ln>
              </a:rPr>
              <a:t>홍삼동</a:t>
            </a:r>
            <a:endParaRPr lang="en-US" altLang="ko-KR" sz="3600" b="1" dirty="0">
              <a:ln w="3175">
                <a:noFill/>
              </a:ln>
            </a:endParaRPr>
          </a:p>
          <a:p>
            <a:pPr algn="ctr">
              <a:lnSpc>
                <a:spcPct val="130000"/>
              </a:lnSpc>
            </a:pPr>
            <a:r>
              <a:rPr lang="ko-KR" altLang="en-US" sz="3600" b="1" dirty="0" err="1">
                <a:ln w="3175">
                  <a:noFill/>
                </a:ln>
              </a:rPr>
              <a:t>홍사동</a:t>
            </a:r>
            <a:r>
              <a:rPr lang="en-US" altLang="ko-KR" sz="3600" b="1" dirty="0">
                <a:ln w="3175">
                  <a:noFill/>
                </a:ln>
              </a:rPr>
              <a:t>, </a:t>
            </a:r>
            <a:r>
              <a:rPr lang="ko-KR" altLang="en-US" sz="3600" b="1" dirty="0" err="1">
                <a:ln w="3175">
                  <a:noFill/>
                </a:ln>
              </a:rPr>
              <a:t>홍오동</a:t>
            </a:r>
            <a:endParaRPr lang="en-US" altLang="ko-KR" sz="3600" b="1" dirty="0">
              <a:ln w="3175">
                <a:noFill/>
              </a:ln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1CDEBE-90D1-4758-842F-A539F9FDCCFA}"/>
              </a:ext>
            </a:extLst>
          </p:cNvPr>
          <p:cNvSpPr txBox="1"/>
          <p:nvPr/>
        </p:nvSpPr>
        <p:spPr>
          <a:xfrm>
            <a:off x="2418735" y="4855887"/>
            <a:ext cx="12919588" cy="969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4800" b="1" dirty="0">
                <a:ln w="3175">
                  <a:noFill/>
                </a:ln>
              </a:rPr>
              <a:t>연구주제 작성</a:t>
            </a:r>
            <a:endParaRPr lang="en-US" altLang="ko-KR" sz="4800" b="1" dirty="0">
              <a:ln w="3175">
                <a:noFill/>
              </a:ln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0" y="0"/>
            <a:ext cx="18359438" cy="51120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[AI 자동 완성 초안 - 디자인에 맞게 옮겨 적어주세요!]</a:t>
            </a:r>
          </a:p>
          <a:p/>
          <a:p/>
          <a:p>
            <a:pPr>
              <a:defRPr sz="2400" b="1"/>
            </a:pPr>
            <a:r>
              <a:t>[연구 배경 및 목적]</a:t>
            </a:r>
            <a:br/>
            <a:r>
              <a:t>반도체 패키징 공정 생산성(UPH) 향상을 위해 고속 이송 시 로봇 끝단에 잔류 진동 발생. 정착 시간을 최소화하면서 가장 빠른 이송이 가능한 궤적 최적화 목표.</a:t>
            </a:r>
            <a:br/>
            <a:br/>
          </a:p>
          <a:p>
            <a:pPr>
              <a:defRPr sz="2400" b="1"/>
            </a:pPr>
            <a:r>
              <a:t>[핵심 기술]</a:t>
            </a:r>
            <a:br/>
            <a:r>
              <a:t>1. 비대칭 S-Curve (AS-Curve): 가속은 빠르게, 감속은 부드럽게 설계하여 물리적 충격 최소화</a:t>
            </a:r>
            <a:br/>
            <a:r>
              <a:t>2. Input Shaping: 시스템의 고유진동수(fn)를 분석해 역위상 임펄스를 인가하여 진동 상쇄</a:t>
            </a:r>
            <a:br/>
            <a:r>
              <a:t>3. AI 최적화 (PSO): 최소 정착 시간을 갖는 파라미터(V_max, A_max, Beta 등) 자동 도출</a:t>
            </a:r>
            <a:br/>
            <a:br/>
          </a:p>
          <a:p>
            <a:pPr>
              <a:defRPr sz="2400" b="1"/>
            </a:pPr>
            <a:r>
              <a:t>[디지털 트윈 및 결과]</a:t>
            </a:r>
            <a:br/>
            <a:r>
              <a:t>실제 동역학 모델을 웹 환경의 3D 시뮬레이션으로 구현. 제어 미적용(Baseline) 대비 제어 적용(Shaped) 시 잔류 진동 오차가 0으로 수렴함을 입증함.</a:t>
            </a:r>
          </a:p>
        </p:txBody>
      </p:sp>
    </p:spTree>
    <p:extLst>
      <p:ext uri="{BB962C8B-B14F-4D97-AF65-F5344CB8AC3E}">
        <p14:creationId xmlns:p14="http://schemas.microsoft.com/office/powerpoint/2010/main" val="8186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</TotalTime>
  <Words>44</Words>
  <Application>Microsoft Office PowerPoint</Application>
  <PresentationFormat>사용자 지정</PresentationFormat>
  <Paragraphs>13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Arial</vt:lpstr>
      <vt:lpstr>Calibri</vt:lpstr>
      <vt:lpstr>Calibri Light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HOSEO</dc:creator>
  <cp:lastModifiedBy>HOSEO</cp:lastModifiedBy>
  <cp:revision>6</cp:revision>
  <dcterms:created xsi:type="dcterms:W3CDTF">2025-11-18T00:07:31Z</dcterms:created>
  <dcterms:modified xsi:type="dcterms:W3CDTF">2026-05-12T07:57:04Z</dcterms:modified>
</cp:coreProperties>
</file>
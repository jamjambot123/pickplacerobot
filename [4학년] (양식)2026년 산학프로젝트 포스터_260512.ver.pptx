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7" r:id="rId2"/>
  </p:sldIdLst>
  <p:sldSz cx="18359438" cy="5112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" d="100"/>
          <a:sy n="15" d="100"/>
        </p:scale>
        <p:origin x="39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958" y="8366281"/>
            <a:ext cx="15605522" cy="17797568"/>
          </a:xfrm>
        </p:spPr>
        <p:txBody>
          <a:bodyPr anchor="b"/>
          <a:lstStyle>
            <a:lvl1pPr algn="ctr">
              <a:defRPr sz="12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4930" y="26850192"/>
            <a:ext cx="13769579" cy="12342326"/>
          </a:xfrm>
        </p:spPr>
        <p:txBody>
          <a:bodyPr/>
          <a:lstStyle>
            <a:lvl1pPr marL="0" indent="0" algn="ctr">
              <a:buNone/>
              <a:defRPr sz="4819"/>
            </a:lvl1pPr>
            <a:lvl2pPr marL="917966" indent="0" algn="ctr">
              <a:buNone/>
              <a:defRPr sz="4016"/>
            </a:lvl2pPr>
            <a:lvl3pPr marL="1835932" indent="0" algn="ctr">
              <a:buNone/>
              <a:defRPr sz="3614"/>
            </a:lvl3pPr>
            <a:lvl4pPr marL="2753898" indent="0" algn="ctr">
              <a:buNone/>
              <a:defRPr sz="3212"/>
            </a:lvl4pPr>
            <a:lvl5pPr marL="3671865" indent="0" algn="ctr">
              <a:buNone/>
              <a:defRPr sz="3212"/>
            </a:lvl5pPr>
            <a:lvl6pPr marL="4589831" indent="0" algn="ctr">
              <a:buNone/>
              <a:defRPr sz="3212"/>
            </a:lvl6pPr>
            <a:lvl7pPr marL="5507797" indent="0" algn="ctr">
              <a:buNone/>
              <a:defRPr sz="3212"/>
            </a:lvl7pPr>
            <a:lvl8pPr marL="6425763" indent="0" algn="ctr">
              <a:buNone/>
              <a:defRPr sz="3212"/>
            </a:lvl8pPr>
            <a:lvl9pPr marL="7343729" indent="0" algn="ctr">
              <a:buNone/>
              <a:defRPr sz="321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64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84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650" y="12744683"/>
            <a:ext cx="15835015" cy="21264777"/>
          </a:xfrm>
        </p:spPr>
        <p:txBody>
          <a:bodyPr anchor="b"/>
          <a:lstStyle>
            <a:lvl1pPr>
              <a:defRPr sz="12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2650" y="34210633"/>
            <a:ext cx="15835015" cy="11182644"/>
          </a:xfrm>
        </p:spPr>
        <p:txBody>
          <a:bodyPr/>
          <a:lstStyle>
            <a:lvl1pPr marL="0" indent="0">
              <a:buNone/>
              <a:defRPr sz="4819">
                <a:solidFill>
                  <a:schemeClr val="tx1"/>
                </a:solidFill>
              </a:defRPr>
            </a:lvl1pPr>
            <a:lvl2pPr marL="917966" indent="0">
              <a:buNone/>
              <a:defRPr sz="4016">
                <a:solidFill>
                  <a:schemeClr val="tx1">
                    <a:tint val="75000"/>
                  </a:schemeClr>
                </a:solidFill>
              </a:defRPr>
            </a:lvl2pPr>
            <a:lvl3pPr marL="1835932" indent="0">
              <a:buNone/>
              <a:defRPr sz="3614">
                <a:solidFill>
                  <a:schemeClr val="tx1">
                    <a:tint val="75000"/>
                  </a:schemeClr>
                </a:solidFill>
              </a:defRPr>
            </a:lvl3pPr>
            <a:lvl4pPr marL="2753898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4pPr>
            <a:lvl5pPr marL="3671865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5pPr>
            <a:lvl6pPr marL="4589831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6pPr>
            <a:lvl7pPr marL="5507797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7pPr>
            <a:lvl8pPr marL="6425763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8pPr>
            <a:lvl9pPr marL="7343729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40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2211" y="13608513"/>
            <a:ext cx="7802761" cy="32435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4466" y="13608513"/>
            <a:ext cx="7802761" cy="32435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26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603" y="2721714"/>
            <a:ext cx="15835015" cy="988096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4604" y="12531669"/>
            <a:ext cx="7766902" cy="6141577"/>
          </a:xfrm>
        </p:spPr>
        <p:txBody>
          <a:bodyPr anchor="b"/>
          <a:lstStyle>
            <a:lvl1pPr marL="0" indent="0">
              <a:buNone/>
              <a:defRPr sz="4819" b="1"/>
            </a:lvl1pPr>
            <a:lvl2pPr marL="917966" indent="0">
              <a:buNone/>
              <a:defRPr sz="4016" b="1"/>
            </a:lvl2pPr>
            <a:lvl3pPr marL="1835932" indent="0">
              <a:buNone/>
              <a:defRPr sz="3614" b="1"/>
            </a:lvl3pPr>
            <a:lvl4pPr marL="2753898" indent="0">
              <a:buNone/>
              <a:defRPr sz="3212" b="1"/>
            </a:lvl4pPr>
            <a:lvl5pPr marL="3671865" indent="0">
              <a:buNone/>
              <a:defRPr sz="3212" b="1"/>
            </a:lvl5pPr>
            <a:lvl6pPr marL="4589831" indent="0">
              <a:buNone/>
              <a:defRPr sz="3212" b="1"/>
            </a:lvl6pPr>
            <a:lvl7pPr marL="5507797" indent="0">
              <a:buNone/>
              <a:defRPr sz="3212" b="1"/>
            </a:lvl7pPr>
            <a:lvl8pPr marL="6425763" indent="0">
              <a:buNone/>
              <a:defRPr sz="3212" b="1"/>
            </a:lvl8pPr>
            <a:lvl9pPr marL="7343729" indent="0">
              <a:buNone/>
              <a:defRPr sz="32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4604" y="18673247"/>
            <a:ext cx="7766902" cy="2746553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4467" y="12531669"/>
            <a:ext cx="7805152" cy="6141577"/>
          </a:xfrm>
        </p:spPr>
        <p:txBody>
          <a:bodyPr anchor="b"/>
          <a:lstStyle>
            <a:lvl1pPr marL="0" indent="0">
              <a:buNone/>
              <a:defRPr sz="4819" b="1"/>
            </a:lvl1pPr>
            <a:lvl2pPr marL="917966" indent="0">
              <a:buNone/>
              <a:defRPr sz="4016" b="1"/>
            </a:lvl2pPr>
            <a:lvl3pPr marL="1835932" indent="0">
              <a:buNone/>
              <a:defRPr sz="3614" b="1"/>
            </a:lvl3pPr>
            <a:lvl4pPr marL="2753898" indent="0">
              <a:buNone/>
              <a:defRPr sz="3212" b="1"/>
            </a:lvl4pPr>
            <a:lvl5pPr marL="3671865" indent="0">
              <a:buNone/>
              <a:defRPr sz="3212" b="1"/>
            </a:lvl5pPr>
            <a:lvl6pPr marL="4589831" indent="0">
              <a:buNone/>
              <a:defRPr sz="3212" b="1"/>
            </a:lvl6pPr>
            <a:lvl7pPr marL="5507797" indent="0">
              <a:buNone/>
              <a:defRPr sz="3212" b="1"/>
            </a:lvl7pPr>
            <a:lvl8pPr marL="6425763" indent="0">
              <a:buNone/>
              <a:defRPr sz="3212" b="1"/>
            </a:lvl8pPr>
            <a:lvl9pPr marL="7343729" indent="0">
              <a:buNone/>
              <a:defRPr sz="32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4467" y="18673247"/>
            <a:ext cx="7805152" cy="2746553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12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5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40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602" y="3408045"/>
            <a:ext cx="5921397" cy="11928158"/>
          </a:xfrm>
        </p:spPr>
        <p:txBody>
          <a:bodyPr anchor="b"/>
          <a:lstStyle>
            <a:lvl1pPr>
              <a:defRPr sz="64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5153" y="7360442"/>
            <a:ext cx="9294465" cy="36328813"/>
          </a:xfrm>
        </p:spPr>
        <p:txBody>
          <a:bodyPr/>
          <a:lstStyle>
            <a:lvl1pPr>
              <a:defRPr sz="6425"/>
            </a:lvl1pPr>
            <a:lvl2pPr>
              <a:defRPr sz="5622"/>
            </a:lvl2pPr>
            <a:lvl3pPr>
              <a:defRPr sz="4819"/>
            </a:lvl3pPr>
            <a:lvl4pPr>
              <a:defRPr sz="4016"/>
            </a:lvl4pPr>
            <a:lvl5pPr>
              <a:defRPr sz="4016"/>
            </a:lvl5pPr>
            <a:lvl6pPr>
              <a:defRPr sz="4016"/>
            </a:lvl6pPr>
            <a:lvl7pPr>
              <a:defRPr sz="4016"/>
            </a:lvl7pPr>
            <a:lvl8pPr>
              <a:defRPr sz="4016"/>
            </a:lvl8pPr>
            <a:lvl9pPr>
              <a:defRPr sz="401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4602" y="15336203"/>
            <a:ext cx="5921397" cy="28412212"/>
          </a:xfrm>
        </p:spPr>
        <p:txBody>
          <a:bodyPr/>
          <a:lstStyle>
            <a:lvl1pPr marL="0" indent="0">
              <a:buNone/>
              <a:defRPr sz="3212"/>
            </a:lvl1pPr>
            <a:lvl2pPr marL="917966" indent="0">
              <a:buNone/>
              <a:defRPr sz="2811"/>
            </a:lvl2pPr>
            <a:lvl3pPr marL="1835932" indent="0">
              <a:buNone/>
              <a:defRPr sz="2409"/>
            </a:lvl3pPr>
            <a:lvl4pPr marL="2753898" indent="0">
              <a:buNone/>
              <a:defRPr sz="2008"/>
            </a:lvl4pPr>
            <a:lvl5pPr marL="3671865" indent="0">
              <a:buNone/>
              <a:defRPr sz="2008"/>
            </a:lvl5pPr>
            <a:lvl6pPr marL="4589831" indent="0">
              <a:buNone/>
              <a:defRPr sz="2008"/>
            </a:lvl6pPr>
            <a:lvl7pPr marL="5507797" indent="0">
              <a:buNone/>
              <a:defRPr sz="2008"/>
            </a:lvl7pPr>
            <a:lvl8pPr marL="6425763" indent="0">
              <a:buNone/>
              <a:defRPr sz="2008"/>
            </a:lvl8pPr>
            <a:lvl9pPr marL="7343729" indent="0">
              <a:buNone/>
              <a:defRPr sz="200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602" y="3408045"/>
            <a:ext cx="5921397" cy="11928158"/>
          </a:xfrm>
        </p:spPr>
        <p:txBody>
          <a:bodyPr anchor="b"/>
          <a:lstStyle>
            <a:lvl1pPr>
              <a:defRPr sz="64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05153" y="7360442"/>
            <a:ext cx="9294465" cy="36328813"/>
          </a:xfrm>
        </p:spPr>
        <p:txBody>
          <a:bodyPr anchor="t"/>
          <a:lstStyle>
            <a:lvl1pPr marL="0" indent="0">
              <a:buNone/>
              <a:defRPr sz="6425"/>
            </a:lvl1pPr>
            <a:lvl2pPr marL="917966" indent="0">
              <a:buNone/>
              <a:defRPr sz="5622"/>
            </a:lvl2pPr>
            <a:lvl3pPr marL="1835932" indent="0">
              <a:buNone/>
              <a:defRPr sz="4819"/>
            </a:lvl3pPr>
            <a:lvl4pPr marL="2753898" indent="0">
              <a:buNone/>
              <a:defRPr sz="4016"/>
            </a:lvl4pPr>
            <a:lvl5pPr marL="3671865" indent="0">
              <a:buNone/>
              <a:defRPr sz="4016"/>
            </a:lvl5pPr>
            <a:lvl6pPr marL="4589831" indent="0">
              <a:buNone/>
              <a:defRPr sz="4016"/>
            </a:lvl6pPr>
            <a:lvl7pPr marL="5507797" indent="0">
              <a:buNone/>
              <a:defRPr sz="4016"/>
            </a:lvl7pPr>
            <a:lvl8pPr marL="6425763" indent="0">
              <a:buNone/>
              <a:defRPr sz="4016"/>
            </a:lvl8pPr>
            <a:lvl9pPr marL="7343729" indent="0">
              <a:buNone/>
              <a:defRPr sz="401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4602" y="15336203"/>
            <a:ext cx="5921397" cy="28412212"/>
          </a:xfrm>
        </p:spPr>
        <p:txBody>
          <a:bodyPr/>
          <a:lstStyle>
            <a:lvl1pPr marL="0" indent="0">
              <a:buNone/>
              <a:defRPr sz="3212"/>
            </a:lvl1pPr>
            <a:lvl2pPr marL="917966" indent="0">
              <a:buNone/>
              <a:defRPr sz="2811"/>
            </a:lvl2pPr>
            <a:lvl3pPr marL="1835932" indent="0">
              <a:buNone/>
              <a:defRPr sz="2409"/>
            </a:lvl3pPr>
            <a:lvl4pPr marL="2753898" indent="0">
              <a:buNone/>
              <a:defRPr sz="2008"/>
            </a:lvl4pPr>
            <a:lvl5pPr marL="3671865" indent="0">
              <a:buNone/>
              <a:defRPr sz="2008"/>
            </a:lvl5pPr>
            <a:lvl6pPr marL="4589831" indent="0">
              <a:buNone/>
              <a:defRPr sz="2008"/>
            </a:lvl6pPr>
            <a:lvl7pPr marL="5507797" indent="0">
              <a:buNone/>
              <a:defRPr sz="2008"/>
            </a:lvl7pPr>
            <a:lvl8pPr marL="6425763" indent="0">
              <a:buNone/>
              <a:defRPr sz="2008"/>
            </a:lvl8pPr>
            <a:lvl9pPr marL="7343729" indent="0">
              <a:buNone/>
              <a:defRPr sz="200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0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46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38474" y="2721703"/>
            <a:ext cx="3958754" cy="433224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2213" y="2721703"/>
            <a:ext cx="11646768" cy="433224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7054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2212" y="2721714"/>
            <a:ext cx="15835015" cy="988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2212" y="13608513"/>
            <a:ext cx="15835015" cy="32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12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835932" rtl="0" eaLnBrk="1" latinLnBrk="1" hangingPunct="1">
        <a:lnSpc>
          <a:spcPct val="90000"/>
        </a:lnSpc>
        <a:spcBef>
          <a:spcPct val="0"/>
        </a:spcBef>
        <a:buNone/>
        <a:defRPr sz="88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8983" indent="-458983" algn="l" defTabSz="1835932" rtl="0" eaLnBrk="1" latinLnBrk="1" hangingPunct="1">
        <a:lnSpc>
          <a:spcPct val="90000"/>
        </a:lnSpc>
        <a:spcBef>
          <a:spcPts val="2008"/>
        </a:spcBef>
        <a:buFont typeface="Arial" panose="020B0604020202020204" pitchFamily="34" charset="0"/>
        <a:buChar char="•"/>
        <a:defRPr sz="5622" kern="1200">
          <a:solidFill>
            <a:schemeClr val="tx1"/>
          </a:solidFill>
          <a:latin typeface="+mn-lt"/>
          <a:ea typeface="+mn-ea"/>
          <a:cs typeface="+mn-cs"/>
        </a:defRPr>
      </a:lvl1pPr>
      <a:lvl2pPr marL="1376949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4819" kern="1200">
          <a:solidFill>
            <a:schemeClr val="tx1"/>
          </a:solidFill>
          <a:latin typeface="+mn-lt"/>
          <a:ea typeface="+mn-ea"/>
          <a:cs typeface="+mn-cs"/>
        </a:defRPr>
      </a:lvl2pPr>
      <a:lvl3pPr marL="2294915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4016" kern="1200">
          <a:solidFill>
            <a:schemeClr val="tx1"/>
          </a:solidFill>
          <a:latin typeface="+mn-lt"/>
          <a:ea typeface="+mn-ea"/>
          <a:cs typeface="+mn-cs"/>
        </a:defRPr>
      </a:lvl3pPr>
      <a:lvl4pPr marL="3212882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4pPr>
      <a:lvl5pPr marL="4130848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5pPr>
      <a:lvl6pPr marL="5048814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6pPr>
      <a:lvl7pPr marL="5966780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7pPr>
      <a:lvl8pPr marL="6884746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8pPr>
      <a:lvl9pPr marL="7802712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1pPr>
      <a:lvl2pPr marL="917966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2pPr>
      <a:lvl3pPr marL="1835932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3pPr>
      <a:lvl4pPr marL="2753898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4pPr>
      <a:lvl5pPr marL="3671865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5pPr>
      <a:lvl6pPr marL="4589831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6pPr>
      <a:lvl7pPr marL="5507797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7pPr>
      <a:lvl8pPr marL="6425763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8pPr>
      <a:lvl9pPr marL="7343729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1085386-D5BB-4CB5-AA1F-C9614819F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59438" cy="51120675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BDFC4BC-95BD-4E29-8E2A-2BDFCABBF58A}"/>
              </a:ext>
            </a:extLst>
          </p:cNvPr>
          <p:cNvCxnSpPr/>
          <p:nvPr/>
        </p:nvCxnSpPr>
        <p:spPr>
          <a:xfrm>
            <a:off x="2418735" y="5949131"/>
            <a:ext cx="12919588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9152399-F921-434D-9BC0-2F62DF3ED858}"/>
              </a:ext>
            </a:extLst>
          </p:cNvPr>
          <p:cNvSpPr/>
          <p:nvPr/>
        </p:nvSpPr>
        <p:spPr>
          <a:xfrm>
            <a:off x="362857" y="9281652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인풋쉐이핑 및 비대칭 S-curve 기반 픽앤플레이스 진동 제어 AI 시뮬레이터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BC7D339-877A-413B-9428-436DDA6B666F}"/>
              </a:ext>
            </a:extLst>
          </p:cNvPr>
          <p:cNvSpPr/>
          <p:nvPr/>
        </p:nvSpPr>
        <p:spPr>
          <a:xfrm>
            <a:off x="362857" y="15824275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[1. 연구 배경 및 목적]</a:t>
            </a:r>
          </a:p>
          <a:p>
            <a:pPr>
              <a:defRPr sz="1800"/>
            </a:pPr>
            <a:r>
              <a:t>- 반도체 픽앤플레이스 장비의 생산성(UPH) 향상을 위해 고속 이송 시 발생하는 잔류진동 억제 필수.</a:t>
            </a:r>
          </a:p>
          <a:p>
            <a:pPr>
              <a:defRPr sz="1800"/>
            </a:pPr>
            <a:r>
              <a:t>- 하드웨어 제작 전, 물리 동역학 방정식 기반의 '디지털 트윈 시뮬레이터'를 개발하여 최적의 모션 제어 알고리즘을 설계하고 검증함.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[2. 핵심 제어 알고리즘]</a:t>
            </a:r>
          </a:p>
          <a:p>
            <a:pPr>
              <a:defRPr sz="1800"/>
            </a:pPr>
            <a:r>
              <a:t>- ① Trapezoidal (기준 프로파일)</a:t>
            </a:r>
          </a:p>
          <a:p>
            <a:pPr>
              <a:defRPr sz="1800"/>
            </a:pPr>
            <a:r>
              <a:t>- ② 비대칭 S-Curve: 가속/감속 구간의 물리적 충격(Jerk) 최소화</a:t>
            </a:r>
          </a:p>
          <a:p>
            <a:pPr>
              <a:defRPr sz="1800"/>
            </a:pPr>
            <a:r>
              <a:t>- ③ Input Shaping: 파동 상쇄 간섭 원리를 이용해 잔류진동 원천 억제 (ZV/ZVD 쉐이퍼)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[3. 시뮬레이션 및 AI 최적화 (PSO)]</a:t>
            </a:r>
          </a:p>
          <a:p>
            <a:pPr>
              <a:defRPr sz="1800"/>
            </a:pPr>
            <a:r>
              <a:t>- Three.js 기반 3D 웹 디지털 트윈을 구축하여 궤적별 실시간 진동 오차 시각화.</a:t>
            </a:r>
          </a:p>
          <a:p>
            <a:pPr>
              <a:defRPr sz="1800"/>
            </a:pPr>
            <a:r>
              <a:t>- 입자군집최적화(PSO) 알고리즘을 백그라운드에 적용하여, 진동이 0이 되면서 가장 빠른 정착시간을 내는 파라미터(V_max, A_max, Beta 등) 자동 탐색.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[4. 연구 결과 및 기대 효과]</a:t>
            </a:r>
          </a:p>
          <a:p>
            <a:pPr>
              <a:defRPr sz="1800"/>
            </a:pPr>
            <a:r>
              <a:t>- 시뮬레이션 결과, 제어 미적용(Trapezoidal) 대비 제어 적용(Shaped) 시 잔류진동 수렴 시간이 획기적으로 단축됨.</a:t>
            </a:r>
          </a:p>
          <a:p>
            <a:pPr>
              <a:defRPr sz="1800"/>
            </a:pPr>
            <a:r>
              <a:t>- 오프라인 시뮬레이션을 통한 사전 AI 튜닝으로 반도체 장비 셋업 시간 단축 및 UPH 극대화 기여.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F2340C1-3084-4F3B-85FE-C7D356C498C4}"/>
              </a:ext>
            </a:extLst>
          </p:cNvPr>
          <p:cNvSpPr/>
          <p:nvPr/>
        </p:nvSpPr>
        <p:spPr>
          <a:xfrm>
            <a:off x="362857" y="30919731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작품 구현 및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9068C-4D11-4D27-9687-A91BE4CA81E5}"/>
              </a:ext>
            </a:extLst>
          </p:cNvPr>
          <p:cNvSpPr txBox="1"/>
          <p:nvPr/>
        </p:nvSpPr>
        <p:spPr>
          <a:xfrm>
            <a:off x="362857" y="10648335"/>
            <a:ext cx="17748162" cy="67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dirty="0"/>
              <a:t>프로젝트 제작동기 작성</a:t>
            </a:r>
            <a:endParaRPr lang="en-US" altLang="ko-KR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65086-2F3A-46B8-9E7F-93E42D4247E7}"/>
              </a:ext>
            </a:extLst>
          </p:cNvPr>
          <p:cNvSpPr txBox="1"/>
          <p:nvPr/>
        </p:nvSpPr>
        <p:spPr>
          <a:xfrm>
            <a:off x="362857" y="17035999"/>
            <a:ext cx="17748162" cy="67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dirty="0"/>
              <a:t>프로젝트 진행상황에 대하여 작성 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사진첨부 가능</a:t>
            </a:r>
            <a:r>
              <a:rPr lang="en-US" altLang="ko-KR" sz="3200" b="1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A1E74-9E29-47BB-A590-283542386839}"/>
              </a:ext>
            </a:extLst>
          </p:cNvPr>
          <p:cNvSpPr txBox="1"/>
          <p:nvPr/>
        </p:nvSpPr>
        <p:spPr>
          <a:xfrm>
            <a:off x="362857" y="32161699"/>
            <a:ext cx="17748162" cy="67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dirty="0"/>
              <a:t>작품 구현 및 결과에 대하여 작성 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사진첨부 가능</a:t>
            </a:r>
            <a:r>
              <a:rPr lang="en-US" altLang="ko-KR" sz="3200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0C02A-D7AD-42A4-B79E-B70E24F5998E}"/>
              </a:ext>
            </a:extLst>
          </p:cNvPr>
          <p:cNvSpPr txBox="1"/>
          <p:nvPr/>
        </p:nvSpPr>
        <p:spPr>
          <a:xfrm>
            <a:off x="2940957" y="6679411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>
                <a:ln w="3175">
                  <a:noFill/>
                </a:ln>
              </a:rPr>
              <a:t>전자공학과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B6A40-5438-4F12-A446-67F33928FCEC}"/>
              </a:ext>
            </a:extLst>
          </p:cNvPr>
          <p:cNvSpPr txBox="1"/>
          <p:nvPr/>
        </p:nvSpPr>
        <p:spPr>
          <a:xfrm>
            <a:off x="2940957" y="7845050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 err="1">
                <a:ln w="3175">
                  <a:noFill/>
                </a:ln>
              </a:rPr>
              <a:t>송동섭</a:t>
            </a:r>
            <a:r>
              <a:rPr lang="ko-KR" altLang="en-US" sz="3600" b="1" dirty="0">
                <a:ln w="3175">
                  <a:noFill/>
                </a:ln>
              </a:rPr>
              <a:t> 교수님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D9589C-3462-47D5-8E6C-A45ED10B86C7}"/>
              </a:ext>
            </a:extLst>
          </p:cNvPr>
          <p:cNvSpPr txBox="1"/>
          <p:nvPr/>
        </p:nvSpPr>
        <p:spPr>
          <a:xfrm>
            <a:off x="9287738" y="6642882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>
                <a:ln w="3175">
                  <a:noFill/>
                </a:ln>
              </a:rPr>
              <a:t>호서반도체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2AB20-59A1-48C7-8271-174C0A3349C9}"/>
              </a:ext>
            </a:extLst>
          </p:cNvPr>
          <p:cNvSpPr txBox="1"/>
          <p:nvPr/>
        </p:nvSpPr>
        <p:spPr>
          <a:xfrm>
            <a:off x="9287738" y="7845050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>
                <a:ln w="3175">
                  <a:noFill/>
                </a:ln>
              </a:rPr>
              <a:t>삼성전자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CB308-0152-4915-B250-C0BFC2404DE8}"/>
              </a:ext>
            </a:extLst>
          </p:cNvPr>
          <p:cNvSpPr txBox="1"/>
          <p:nvPr/>
        </p:nvSpPr>
        <p:spPr>
          <a:xfrm>
            <a:off x="12164288" y="7484174"/>
            <a:ext cx="5583962" cy="14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3600" b="1" dirty="0" err="1">
                <a:ln w="3175">
                  <a:noFill/>
                </a:ln>
              </a:rPr>
              <a:t>홍일동</a:t>
            </a:r>
            <a:r>
              <a:rPr lang="en-US" altLang="ko-KR" sz="3600" b="1" dirty="0">
                <a:ln w="3175">
                  <a:noFill/>
                </a:ln>
              </a:rPr>
              <a:t>, </a:t>
            </a:r>
            <a:r>
              <a:rPr lang="ko-KR" altLang="en-US" sz="3600" b="1" dirty="0" err="1">
                <a:ln w="3175">
                  <a:noFill/>
                </a:ln>
              </a:rPr>
              <a:t>홍이동</a:t>
            </a:r>
            <a:r>
              <a:rPr lang="en-US" altLang="ko-KR" sz="3600" b="1" dirty="0">
                <a:ln w="3175">
                  <a:noFill/>
                </a:ln>
              </a:rPr>
              <a:t>, </a:t>
            </a:r>
            <a:r>
              <a:rPr lang="ko-KR" altLang="en-US" sz="3600" b="1" dirty="0" err="1">
                <a:ln w="3175">
                  <a:noFill/>
                </a:ln>
              </a:rPr>
              <a:t>홍삼동</a:t>
            </a:r>
            <a:endParaRPr lang="en-US" altLang="ko-KR" sz="3600" b="1" dirty="0">
              <a:ln w="3175">
                <a:noFill/>
              </a:ln>
            </a:endParaRPr>
          </a:p>
          <a:p>
            <a:pPr algn="ctr">
              <a:lnSpc>
                <a:spcPct val="130000"/>
              </a:lnSpc>
            </a:pPr>
            <a:r>
              <a:rPr lang="ko-KR" altLang="en-US" sz="3600" b="1" dirty="0" err="1">
                <a:ln w="3175">
                  <a:noFill/>
                </a:ln>
              </a:rPr>
              <a:t>홍사동</a:t>
            </a:r>
            <a:r>
              <a:rPr lang="en-US" altLang="ko-KR" sz="3600" b="1" dirty="0">
                <a:ln w="3175">
                  <a:noFill/>
                </a:ln>
              </a:rPr>
              <a:t>, </a:t>
            </a:r>
            <a:r>
              <a:rPr lang="ko-KR" altLang="en-US" sz="3600" b="1" dirty="0" err="1">
                <a:ln w="3175">
                  <a:noFill/>
                </a:ln>
              </a:rPr>
              <a:t>홍오동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CDEBE-90D1-4758-842F-A539F9FDCCFA}"/>
              </a:ext>
            </a:extLst>
          </p:cNvPr>
          <p:cNvSpPr txBox="1"/>
          <p:nvPr/>
        </p:nvSpPr>
        <p:spPr>
          <a:xfrm>
            <a:off x="2418735" y="4855887"/>
            <a:ext cx="12919588" cy="96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4800" b="1" dirty="0">
                <a:ln w="3175">
                  <a:noFill/>
                </a:ln>
              </a:rPr>
              <a:t>연구주제 작성</a:t>
            </a:r>
            <a:endParaRPr lang="en-US" altLang="ko-KR" sz="4800" b="1" dirty="0">
              <a:ln w="3175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186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44</Words>
  <Application>Microsoft Office PowerPoint</Application>
  <PresentationFormat>사용자 지정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HOSEO</dc:creator>
  <cp:lastModifiedBy>HOSEO</cp:lastModifiedBy>
  <cp:revision>6</cp:revision>
  <dcterms:created xsi:type="dcterms:W3CDTF">2025-11-18T00:07:31Z</dcterms:created>
  <dcterms:modified xsi:type="dcterms:W3CDTF">2026-05-12T07:57:04Z</dcterms:modified>
</cp:coreProperties>
</file>